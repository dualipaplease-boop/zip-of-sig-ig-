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324547"/>
          </a:xfrm>
          <a:custGeom>
            <a:rect b="b" l="l" r="r" t="t"/>
            <a:pathLst>
              <a:path extrusionOk="0" h="10324547" w="18288000">
                <a:moveTo>
                  <a:pt x="0" y="0"/>
                </a:moveTo>
                <a:lnTo>
                  <a:pt x="18288000" y="0"/>
                </a:lnTo>
                <a:lnTo>
                  <a:pt x="18288000" y="10324547"/>
                </a:lnTo>
                <a:lnTo>
                  <a:pt x="0" y="10324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-177601" y="-94556"/>
            <a:ext cx="18474932" cy="10381556"/>
          </a:xfrm>
          <a:custGeom>
            <a:rect b="b" l="l" r="r" t="t"/>
            <a:pathLst>
              <a:path extrusionOk="0" h="10381556" w="18474932">
                <a:moveTo>
                  <a:pt x="0" y="0"/>
                </a:moveTo>
                <a:lnTo>
                  <a:pt x="18474932" y="0"/>
                </a:lnTo>
                <a:lnTo>
                  <a:pt x="18474932" y="10381556"/>
                </a:lnTo>
                <a:lnTo>
                  <a:pt x="0" y="10381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0" y="0"/>
            <a:ext cx="18288000" cy="10313418"/>
          </a:xfrm>
          <a:custGeom>
            <a:rect b="b" l="l" r="r" t="t"/>
            <a:pathLst>
              <a:path extrusionOk="0" h="10313418" w="18288000">
                <a:moveTo>
                  <a:pt x="0" y="0"/>
                </a:moveTo>
                <a:lnTo>
                  <a:pt x="18288000" y="0"/>
                </a:lnTo>
                <a:lnTo>
                  <a:pt x="18288000" y="10313418"/>
                </a:lnTo>
                <a:lnTo>
                  <a:pt x="0" y="10313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0" y="47188"/>
            <a:ext cx="18288000" cy="10192624"/>
          </a:xfrm>
          <a:custGeom>
            <a:rect b="b" l="l" r="r" t="t"/>
            <a:pathLst>
              <a:path extrusionOk="0" h="10192624" w="18288000">
                <a:moveTo>
                  <a:pt x="0" y="0"/>
                </a:moveTo>
                <a:lnTo>
                  <a:pt x="18288000" y="0"/>
                </a:lnTo>
                <a:lnTo>
                  <a:pt x="18288000" y="10192624"/>
                </a:lnTo>
                <a:lnTo>
                  <a:pt x="0" y="10192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0" y="-3923"/>
            <a:ext cx="18288000" cy="10294847"/>
          </a:xfrm>
          <a:custGeom>
            <a:rect b="b" l="l" r="r" t="t"/>
            <a:pathLst>
              <a:path extrusionOk="0" h="10294847" w="18288000">
                <a:moveTo>
                  <a:pt x="0" y="0"/>
                </a:moveTo>
                <a:lnTo>
                  <a:pt x="18288000" y="0"/>
                </a:lnTo>
                <a:lnTo>
                  <a:pt x="18288000" y="10294846"/>
                </a:lnTo>
                <a:lnTo>
                  <a:pt x="0" y="102948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40214" y="0"/>
            <a:ext cx="18207572" cy="10287000"/>
          </a:xfrm>
          <a:custGeom>
            <a:rect b="b" l="l" r="r" t="t"/>
            <a:pathLst>
              <a:path extrusionOk="0" h="10287000" w="18207572">
                <a:moveTo>
                  <a:pt x="0" y="0"/>
                </a:moveTo>
                <a:lnTo>
                  <a:pt x="18207572" y="0"/>
                </a:lnTo>
                <a:lnTo>
                  <a:pt x="1820757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